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APP">
    <p:bg>
      <p:bgPr>
        <a:solidFill>
          <a:srgbClr val="0B1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5A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40630"/>
            <a:ext cx="9144000" cy="182880"/>
          </a:xfrm>
          <a:prstGeom prst="rect">
            <a:avLst/>
          </a:prstGeom>
          <a:solidFill>
            <a:srgbClr val="E5A91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5A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FRATERNA APP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Conectando con Tecnología de Vanguardia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0AABF"/>
                </a:solidFill>
              </a:rPr>
              <a:t>Presentación Oficial de Funcionalidades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Bahje/.gemini/antigravity/brain/2aef42c1-b91a-4df6-ab39-815ac0e87c6c/media__17732806838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57200"/>
            <a:ext cx="438912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0" y="4572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A91A"/>
                </a:solidFill>
              </a:rPr>
              <a:t>Página de Registro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12064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ABF"/>
                </a:solidFill>
              </a:rPr>
              <a:t>💡 ¿CÓMO SE USA Y PARA QUÉ SIRVE?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120640" y="17373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El usuario introduce sus datos básicos y datos masónicos (logia, país, etc.) para crear la cuenta y ser sometido al proceso de validación por reteje.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12064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ABF"/>
                </a:solidFill>
              </a:rPr>
              <a:t>✅ PUNTOS POSITIVOS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120640" y="33832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A91A"/>
                </a:solidFill>
              </a:rPr>
              <a:t>Registro completo para evitar perfiles anónimos o bots.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A91A"/>
                </a:solidFill>
              </a:rPr>
              <a:t>Formulario rápido, claro e intuitivo.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A91A"/>
                </a:solidFill>
              </a:rPr>
              <a:t>Diseño oscuro (Dark mode) elegante y moderno, fácil de leer.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Bahje/.gemini/antigravity/brain/2aef42c1-b91a-4df6-ab39-815ac0e87c6c/media__177328077037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57200"/>
            <a:ext cx="438912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0" y="4572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A91A"/>
                </a:solidFill>
              </a:rPr>
              <a:t>Radar Fraternal (Mapa)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12064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ABF"/>
                </a:solidFill>
              </a:rPr>
              <a:t>💡 ¿CÓMO SE USA Y PARA QUÉ SIRVE?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120640" y="17373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La pantalla central. Es el mapa georreferenciado en 2D interactivo donde puedes ver a tus Hermanos de forma discreta a tu alrededor y chatear.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12064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ABF"/>
                </a:solidFill>
              </a:rPr>
              <a:t>✅ PUNTOS POSITIVOS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120640" y="33832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A91A"/>
                </a:solidFill>
              </a:rPr>
              <a:t>Fomenta interacciones reales y networking instantáneo.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A91A"/>
                </a:solidFill>
              </a:rPr>
              <a:t>Ubicación ofuscada para proteger el hogar / punto exacto.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A91A"/>
                </a:solidFill>
              </a:rPr>
              <a:t>Alta velocidad de carga e interfaz orientada al usuario directo.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Bahje/.gemini/antigravity/brain/2aef42c1-b91a-4df6-ab39-815ac0e87c6c/media__177328080609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57200"/>
            <a:ext cx="438912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0" y="4572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A91A"/>
                </a:solidFill>
              </a:rPr>
              <a:t>Directorio de Amigos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12064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ABF"/>
                </a:solidFill>
              </a:rPr>
              <a:t>💡 ¿CÓMO SE USA Y PARA QUÉ SIRVE?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120640" y="17373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Aquí puedes buscar a otros usuarios registrados por nombre/email y agregarlos o removerlos de tu lista de amigos y contactos confiables.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12064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ABF"/>
                </a:solidFill>
              </a:rPr>
              <a:t>✅ PUNTOS POSITIVOS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120640" y="33832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A91A"/>
                </a:solidFill>
              </a:rPr>
              <a:t>Crea círculos y redes de contacto privados 100% reales.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A91A"/>
                </a:solidFill>
              </a:rPr>
              <a:t>Búsqueda instantánea en base de datos segura.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A91A"/>
                </a:solidFill>
              </a:rPr>
              <a:t>Permite separar las interacciones globales de las más intimas.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Bahje/.gemini/antigravity/brain/2aef42c1-b91a-4df6-ab39-815ac0e87c6c/media__177328082889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57200"/>
            <a:ext cx="438912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0" y="4572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A91A"/>
                </a:solidFill>
              </a:rPr>
              <a:t>Control Total: Privacidad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12064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ABF"/>
                </a:solidFill>
              </a:rPr>
              <a:t>💡 ¿CÓMO SE USA Y PARA QUÉ SIRVE?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120640" y="17373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El núcleo de Fraterna. Configuraciones para activar/desactivar tu aparición en el mapa mediante un switch o activar tu 'Modo Fantasma'.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12064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ABF"/>
                </a:solidFill>
              </a:rPr>
              <a:t>✅ PUNTOS POSITIVOS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120640" y="33832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A91A"/>
                </a:solidFill>
              </a:rPr>
              <a:t>Pone el poder de decisión totalmente en manos del usuario.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A91A"/>
                </a:solidFill>
              </a:rPr>
              <a:t>Modo fantasma congela tracking y oculta la ubicación de inmediato.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A91A"/>
                </a:solidFill>
              </a:rPr>
              <a:t>Otras apps exponen ubicaciones 24/7; Fraterna cuida al usuario.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Bahje/.gemini/antigravity/brain/2aef42c1-b91a-4df6-ab39-815ac0e87c6c/media__17732808871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57200"/>
            <a:ext cx="438912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0" y="4572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A91A"/>
                </a:solidFill>
              </a:rPr>
              <a:t>Notificaciones Personalizadas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12064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ABF"/>
                </a:solidFill>
              </a:rPr>
              <a:t>💡 ¿CÓMO SE USA Y PARA QUÉ SIRVE?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120640" y="17373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Menú para configurar el perímetro (ej. de 1 km a 25 km). Te notifica si alguien cruzó tu radio, permitiendo la interacción asíncrona.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12064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ABF"/>
                </a:solidFill>
              </a:rPr>
              <a:t>✅ PUNTOS POSITIVOS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120640" y="33832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A91A"/>
                </a:solidFill>
              </a:rPr>
              <a:t>No es necesario tener la app abierta para generar conexión.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A91A"/>
                </a:solidFill>
              </a:rPr>
              <a:t>Excelente herramienta para viajar (ayuda masónica o socorro).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A91A"/>
                </a:solidFill>
              </a:rPr>
              <a:t>Adaptabilidad fina del rango de detección según tu geografía.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5A91A"/>
                </a:solidFill>
              </a:rPr>
              <a:t>FRATERNA Nos Une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</a:rPr>
              <a:t>Un paso tecnológico hacia el futuro.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2026-03-12T02:04:26Z</dcterms:created>
  <dcterms:modified xsi:type="dcterms:W3CDTF">2026-03-12T02:04:26Z</dcterms:modified>
</cp:coreProperties>
</file>